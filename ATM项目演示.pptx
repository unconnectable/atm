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D4A574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D4A574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A574"/>
                </a:solidFill>
              </a:rPr>
              <a:t>✦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ATM 柜员机模拟程序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软件工程 · 期末项目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1828800" cy="2743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Python 3 + Tkinter 与 Web 前端双重实现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设计模式  ·  图形用户界面  ·  本地数据持久化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64008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051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554480" y="1051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项目背景与概述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1325880"/>
            <a:ext cx="7315200" cy="548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533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3533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三层架构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1627632"/>
            <a:ext cx="7315200" cy="548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6550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16550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模型层 Model 详解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1929384"/>
            <a:ext cx="7315200" cy="548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1956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1956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视图层 View 详解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2231136"/>
            <a:ext cx="7315200" cy="548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2585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22585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控制层 Controller 详解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2532888"/>
            <a:ext cx="7315200" cy="548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2560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2560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业务规则与约束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" y="2834640"/>
            <a:ext cx="7315200" cy="548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2862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54480" y="28620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数据持久化方案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14400" y="3136392"/>
            <a:ext cx="7315200" cy="548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31638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54480" y="31638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版前端改造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14400" y="3438144"/>
            <a:ext cx="7315200" cy="548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34655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554480" y="34655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代码实现与解析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14400" y="3739896"/>
            <a:ext cx="7315200" cy="548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37673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54480" y="37673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测试策略与结果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14400" y="4041648"/>
            <a:ext cx="7315200" cy="548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4069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554480" y="4069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运行指南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14400" y="4343400"/>
            <a:ext cx="7315200" cy="548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43708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554480" y="43708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项目文件结构与分工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657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项目背景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ATM（Automatic Teller Machine，自动柜员机）是银行业务中最重要的自助服务终端之一。随着金融科技的快速发展，ATM 系统的软件架构设计对可维护性、可扩展性和稳定性提出了更高要求。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课程背景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《软件工程》课程期末项目 — 湘潭大学 计算机·网络空间安全学院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8620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选题编号 23：ATM 柜员机模拟程序（课程指定选题）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20954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要求使用图形用户界面，编程语言不限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55701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要求采用软件工程方法进行需求分析、设计、实现和测试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90448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核心目标：将 MVC 设计模式理论应用于实际开发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572000"/>
            <a:ext cx="9144000" cy="5486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初始账号 123456  ·  初始密码 123456  ·  初始余额 ¥10,000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657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本项目采用 Python 3 标准库开发 ATM 柜员机模拟系统，严格遵循 MVC 设计模式。在完成 Tkinter 桌面版后，又使用 HTML/CSS/JavaScript 改造为 Web 版，实现同一业务逻辑在两种前端下的运行。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517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03120"/>
            <a:ext cx="54864" cy="192024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纯标准库开发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零第三方依赖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2103120"/>
            <a:ext cx="26517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2103120"/>
            <a:ext cx="54864" cy="192024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MVC 模式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Model/View/Controller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三层解耦架构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2103120"/>
            <a:ext cx="26517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2103120"/>
            <a:ext cx="54864" cy="192024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双端实现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3796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桌面 + Web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同一业务逻辑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572000"/>
            <a:ext cx="9144000" cy="5486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初始账号 123456  ·  初始密码 123456  ·  初始余额 ¥10,000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657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项目特点与技术栈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核心特点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严格 MVC 分层：Model / View / Controller 职责完全分离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8562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双前端实现：Tkinter 桌面版 + Web 版共存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20370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零第三方依赖：桌面版完全基于 Python 3 标准库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55117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版零框架：纯原生 HTML / CSS / JavaScript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8986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数据持久化：JSON 文件 / localStorage 双方案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完整业务规则：取款/存款/修改密码全部校验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0" y="1508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3.10+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8096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核心开发语言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847088"/>
            <a:ext cx="2743200" cy="457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8928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Tkinter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0" y="18928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桌面 GUI 框架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2231136"/>
            <a:ext cx="2743200" cy="457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227685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(stdlib)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80960" y="227685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本地数据持久化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2615184"/>
            <a:ext cx="2743200" cy="457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266090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HTML5 + CSS3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680960" y="266090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前端结构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2999232"/>
            <a:ext cx="2743200" cy="457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30449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 ES6+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80960" y="30449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交互逻辑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3383280"/>
            <a:ext cx="2743200" cy="457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3429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 2D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80960" y="3429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背景动画渲染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3767328"/>
            <a:ext cx="2743200" cy="4572"/>
          </a:xfrm>
          <a:prstGeom prst="rect">
            <a:avLst/>
          </a:prstGeom>
          <a:solidFill>
            <a:srgbClr val="E5E7E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657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MVC 三层架构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34747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3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194560"/>
            <a:ext cx="2286000" cy="731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管理核心数据与业务规则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封装 data.json 读写逻辑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所有业务判断在此完成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37560" y="109728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097280"/>
            <a:ext cx="54864" cy="3474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3520440" y="1234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86200" y="1234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2044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视图层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20440" y="1828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views.py / index.html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520440" y="2194560"/>
            <a:ext cx="2286000" cy="731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9"/>
          <p:cNvSpPr/>
          <p:nvPr/>
        </p:nvSpPr>
        <p:spPr>
          <a:xfrm>
            <a:off x="352044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负责 GUI 布局与呈现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2044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将用户输入传递给 Controller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2044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不含任何业务逻辑判断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109728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1097280"/>
            <a:ext cx="54864" cy="34747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1234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766560" y="1234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Controller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0080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0" y="1828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controllers.py / JS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0" y="2194560"/>
            <a:ext cx="2286000" cy="731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作为 Model 和 View 的桥梁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接收输入 → 调用 Model → 更新 View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逻辑调度与中转枢纽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108960" y="2377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280"/>
                </a:solidFill>
              </a:rPr>
              <a:t>→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989320" y="2377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280"/>
                </a:solidFill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657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模型层 Model — 数据与业务逻辑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核心职责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用户数据加载与持久化（JSON 文件读写）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登录验证：账号和密码匹配校验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余额查询：返回当前账户余额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存款业务：不可为负数的校验与更新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取款业务：100 倍数 / 上限 5000 / 不透支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修改密码：旧密码验证 / 长度 / 相同字符检测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1097280"/>
            <a:ext cx="29260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0" y="1097280"/>
            <a:ext cx="54864" cy="34747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234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 — 取款业务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0" y="1645920"/>
            <a:ext cx="2468880" cy="27432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lIns="1270" tIns="1270" rIns="1270" bIns="127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withdraw(self, amount):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amount &lt;= 0: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False, '无效'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amount % 100 != 0: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False, '需100倍数'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amount &gt; 5000: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False, '超上限'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amount &gt; balance: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False, '余额不足'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self.user_data['balance'] -= amount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self._save_to_disk()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True, '取款成功'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0" y="4572000"/>
            <a:ext cx="9144000" cy="5486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 6 项业务规则均在 Model 层实现 — View 层不包含任何逻辑判断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657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视图层 View — Tkinter 桌面版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887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ATMView — 主窗口 (tk.Tk)   |   尺寸 450×400   |   switch_frame() 统一切换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804672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286000"/>
            <a:ext cx="54864" cy="43891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860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LoginFrame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94560" y="228600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登录界面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228600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账号输入 + 密码输入 + 登录按钮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788920"/>
            <a:ext cx="804672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788920"/>
            <a:ext cx="54864" cy="43891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7889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MenuFrame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27889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主菜单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278892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个功能按钮纵向排列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291840"/>
            <a:ext cx="804672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291840"/>
            <a:ext cx="54864" cy="4389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2918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BalanceFrame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94560" y="329184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余额查询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329184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大字体余额 + 返回按钮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794760"/>
            <a:ext cx="804672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794760"/>
            <a:ext cx="54864" cy="438912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7947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ActionFrame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94560" y="379476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存/取款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83280" y="379476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金额输入框 + 提交/返回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297680"/>
            <a:ext cx="804672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4297680"/>
            <a:ext cx="54864" cy="43891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2976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ChangePwdFrame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194560" y="429768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修改密码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83280" y="429768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三个密码输入框 + 确认/返回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572000"/>
            <a:ext cx="9144000" cy="5486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views.py  —  ATMView 继承 tk.Tk，每个界面封装为独立 Frame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657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视图层 View — Web 前端版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82296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344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  —  原生 HTML + CSS + JavaScript  |  零框架依赖  |  单文件部署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80467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148840"/>
            <a:ext cx="54864" cy="384048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48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screen-login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286000" y="21488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登录界面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21488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AETHER 品牌标识 + 毛玻璃卡片 + 默认账号填充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80467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587752"/>
            <a:ext cx="54864" cy="384048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5877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screen-menu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0" y="258775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主菜单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258775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网格按钮布局 + 底部退出 + 欢迎词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026664"/>
            <a:ext cx="80467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026664"/>
            <a:ext cx="54864" cy="384048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02666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screen-balance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0" y="302666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余额查询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91840" y="302666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金色衬线大字余额 ¥ 0.00 + 装饰分隔线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465576"/>
            <a:ext cx="80467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465576"/>
            <a:ext cx="54864" cy="384048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46557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screen-deposit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286000" y="346557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存款业务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91840" y="346557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数字输入 + 实时校验 + 成功/错误提示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3904488"/>
            <a:ext cx="80467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3904488"/>
            <a:ext cx="54864" cy="384048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39044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screen-withdraw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286000" y="390448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取款业务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91840" y="390448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快捷提交 + 100 倍数提示 + 规则说明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4343400"/>
            <a:ext cx="80467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8640" y="4343400"/>
            <a:ext cx="54864" cy="384048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43434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screen-changepwd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286000" y="43434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修改密码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91840" y="43434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三段密码表单 + 全新安全中心样式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657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控制层 Controller — 逻辑调度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828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54864" cy="109728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用户操作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点击按钮 / 输入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1463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651760" y="1280160"/>
            <a:ext cx="1828800" cy="1097280"/>
          </a:xfrm>
          <a:prstGeom prst="rect">
            <a:avLst/>
          </a:prstGeom>
          <a:solidFill>
            <a:srgbClr val="D4A574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51760" y="1280160"/>
            <a:ext cx="54864" cy="10972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34640" y="1783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接收并处理请求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80560" y="1463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846320" y="1280160"/>
            <a:ext cx="1828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280160"/>
            <a:ext cx="54864" cy="109728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1783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执行业务逻辑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1463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040880" y="1280160"/>
            <a:ext cx="1828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40880" y="1280160"/>
            <a:ext cx="54864" cy="109728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23760" y="1783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更新显示结果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2651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核心方法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3063240"/>
            <a:ext cx="3931920" cy="41148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063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login(acc, pwd)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23160" y="3063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校验 → 成功切菜单 / 失败报错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3063240"/>
            <a:ext cx="3931920" cy="41148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28" name="Text 26"/>
          <p:cNvSpPr/>
          <p:nvPr/>
        </p:nvSpPr>
        <p:spPr>
          <a:xfrm>
            <a:off x="4956048" y="3063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show_balance()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20840" y="3063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调用 model.get → 显示余额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566160"/>
            <a:ext cx="3931920" cy="41148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" y="3566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handle_deposit(amt)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423160" y="3566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校验格式 → model.deposit → 反馈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3566160"/>
            <a:ext cx="3931920" cy="41148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34" name="Text 32"/>
          <p:cNvSpPr/>
          <p:nvPr/>
        </p:nvSpPr>
        <p:spPr>
          <a:xfrm>
            <a:off x="4956048" y="3566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handle_withdraw(amt)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20840" y="3566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校验格式和规则 → model.withdraw → 反馈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069080"/>
            <a:ext cx="3931920" cy="41148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" y="4069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handle_change_pwd(...)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423160" y="4069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校验旧密码/一致性/强度 → model更新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46320" y="4069080"/>
            <a:ext cx="3931920" cy="41148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40" name="Text 38"/>
          <p:cNvSpPr/>
          <p:nvPr/>
        </p:nvSpPr>
        <p:spPr>
          <a:xfrm>
            <a:off x="4956048" y="4069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logout()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20840" y="4069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清空状态 → 返回登录界面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657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业务规则 — ATM 取款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3291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💳  ATM 取款规则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1920240"/>
            <a:ext cx="7498080" cy="45720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920240"/>
            <a:ext cx="4572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的倍数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每次取款金额必须是 100 的整数倍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35040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例如：100、200、1000、5000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2450592"/>
            <a:ext cx="7498080" cy="45720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2450592"/>
            <a:ext cx="4572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24505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单次上限 ¥5,000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24505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单笔取款不得超过 5000 元人民币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2450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适应大多数 ATM 机的现金出钞限制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4400" y="2980944"/>
            <a:ext cx="7498080" cy="45720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2980944"/>
            <a:ext cx="4572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298094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不可透支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0" y="29809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取款金额不得超过当前账户余额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35040" y="29809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余额不足时提示错误，防止信用风险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4400" y="3511296"/>
            <a:ext cx="7498080" cy="45720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" y="3511296"/>
            <a:ext cx="4572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" y="35112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金额 &gt; 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00400" y="351129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取款金额必须为正数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35040" y="351129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负数或零直接拒绝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572000"/>
            <a:ext cx="9144000" cy="5486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校验在 Model 层实现：withdraw() — 4 项条件依次判断，任一不通过即拒绝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657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业务规则 — 存款与修改密码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54864" cy="3200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💰  ATM 存款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规则简单明了：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金额必须大于 0（不可为负数或零）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无存款金额上限限制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支持小数金额（精确到分）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200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存款成功后实时更新余额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40233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97280"/>
            <a:ext cx="54864" cy="32004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🔐  修改密码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8348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严格的安全策略：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210312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旧密码必须验证通过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2450592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新密码长度 ≥ 6 位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2798064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不能是 6 位完全相同字符（如 111111）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3145536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两次新密码输入必须完全一致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349300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修改成功后强制重新登录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572000"/>
            <a:ext cx="9144000" cy="5486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所有校验均在 Model 层完成 — deposit() 与 change_password() 方法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657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数据持久化 — data.json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版使用标准库 json 模块实现数据持久化，数据存储于 data.json 文件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45920"/>
            <a:ext cx="54864" cy="13716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data.json 数据结构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3474720" cy="73152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"account": "123456",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"password": "123456",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"balance": 10000.0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645920"/>
            <a:ext cx="54864" cy="13716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层封装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2194560"/>
            <a:ext cx="3474720" cy="73152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_load_data(self):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os.path.exists(f):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self.initial_data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json.load(f)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_save_to_disk(self, data):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json.dump(data, f, indent=4)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工作流程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6118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程序启动 → _load_data() 读取 data.json → 加载到内存 user_data 字典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9136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用户操作 → Model 方法修改 user_data → _save_to_disk() 写回 JSON 文件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21538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写盘策略：每次业务操作（存款/取款/改密）后立即持久化，防止数据丢失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657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数据持久化 — Web localStorage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版使用浏览器内置的 localStorage 实现数据持久化，与 Python 版保持相同的 Model 接口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45920"/>
            <a:ext cx="54864" cy="228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JS Model 封装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3474720" cy="164592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STORAGE_KEY = 'aether_atm';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loadData()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raw = localStorage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.getItem(STORAGE_KEY);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raw ? JSON.parse(raw)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{ account:'123456',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password:'123456',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balance: 10000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saveData(data)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localStorage.setItem(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STORAGE_KEY,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JSON.stringify(data))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645920"/>
            <a:ext cx="54864" cy="2286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对比: JSON vs localStorage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2194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存储位置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35040" y="2194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本地文件系统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32320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浏览器内置存储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83480" y="2478024"/>
            <a:ext cx="3474720" cy="365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2496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读写方式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35040" y="24963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json.dump / json.load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32320" y="24963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setItem / getItem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83480" y="2779776"/>
            <a:ext cx="3474720" cy="365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27980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数据格式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27980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文本文件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32320" y="27980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键值对（值序列化为 JSON）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83480" y="3081528"/>
            <a:ext cx="3474720" cy="365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30998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生命周期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35040" y="3099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文件持久化，手动可删除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32320" y="3099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浏览器清除或代码删除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83480" y="3383280"/>
            <a:ext cx="3474720" cy="365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34015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容量限制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35040" y="3401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取决于文件系统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132320" y="3401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 5-10 MB 每域名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983480" y="3685032"/>
            <a:ext cx="3474720" cy="365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2" name="Text 30"/>
          <p:cNvSpPr/>
          <p:nvPr/>
        </p:nvSpPr>
        <p:spPr>
          <a:xfrm>
            <a:off x="4983480" y="3703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初始化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35040" y="3703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文件不存在则创建默认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3232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键不存在则写入默认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657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版前端改造 — 技术对比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926080"/>
                <a:gridCol w="39319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层级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原版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models.py + data.json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 对象 + localStorage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Tkinter (views.py)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 + CSS (index.html)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controllers.py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 事件监听 + 函数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框架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tkinter (Python 内置)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原生 HTML/CSS/JS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设计风格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系统原生外观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暗色奢华 / 毛玻璃 / 动画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运行方式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python3 main.py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浏览器打开 index.html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依赖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零第三方库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零第三方库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4297680"/>
            <a:ext cx="45720" cy="4572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31596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版完整保留了 MVC 架构和全部业务规则，仅替换了前端呈现层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657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版设计理念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657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版设计理念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8046720" cy="530352"/>
          </a:xfrm>
          <a:prstGeom prst="rect">
            <a:avLst/>
          </a:prstGeom>
          <a:solidFill>
            <a:srgbClr val="1A1F30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51560"/>
            <a:ext cx="45720" cy="5303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05156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🎨  设计风格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66160" y="1051560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暗色奢华（Dark Luxury）主题，搭配金色点缀，传递安全、信任的专业银行氛围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1673352"/>
            <a:ext cx="8046720" cy="530352"/>
          </a:xfrm>
          <a:prstGeom prst="rect">
            <a:avLst/>
          </a:prstGeom>
          <a:solidFill>
            <a:srgbClr val="1A1F30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673352"/>
            <a:ext cx="45720" cy="5303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67335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🪟  毛玻璃效果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1673352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backdrop-filter: blur(24px) + 半透明背景，营造层次感和现代感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295144"/>
            <a:ext cx="8046720" cy="530352"/>
          </a:xfrm>
          <a:prstGeom prst="rect">
            <a:avLst/>
          </a:prstGeom>
          <a:solidFill>
            <a:srgbClr val="1A1F30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295144"/>
            <a:ext cx="45720" cy="5303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29514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✨  动态背景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2295144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2D 绘制 6 个浮动金色光晕，缓慢漂移，增加页面生命力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916936"/>
            <a:ext cx="8046720" cy="530352"/>
          </a:xfrm>
          <a:prstGeom prst="rect">
            <a:avLst/>
          </a:prstGeom>
          <a:solidFill>
            <a:srgbClr val="1A1F30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916936"/>
            <a:ext cx="45720" cy="5303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91693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🔤  字体搭配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66160" y="2916936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Playfair Display（衬线标题）+ DM Sans（无衬线正文），英文字体在中英文混排中表现出色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538728"/>
            <a:ext cx="8046720" cy="530352"/>
          </a:xfrm>
          <a:prstGeom prst="rect">
            <a:avLst/>
          </a:prstGeom>
          <a:solidFill>
            <a:srgbClr val="1A1F30">
              <a:alpha val="6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538728"/>
            <a:ext cx="45720" cy="5303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53872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🎬  页面切换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66160" y="3538728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keyframes 实现 scale + translateY 入场动画，以及淡出退场效果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160520"/>
            <a:ext cx="8046720" cy="530352"/>
          </a:xfrm>
          <a:prstGeom prst="rect">
            <a:avLst/>
          </a:prstGeom>
          <a:solidFill>
            <a:srgbClr val="1A1F30">
              <a:alpha val="6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4160520"/>
            <a:ext cx="45720" cy="5303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16052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📱  响应式设计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66160" y="4160520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@media 自适应手机和桌面，输入框和按钮在移动设备上同样可用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657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代码实现 — 模型层源码解析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models.py — 核心业务逻辑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54864" cy="150876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登录验证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3474720" cy="86868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check_login(self, acc, pwd):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acc == self.user_data['account']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and pwd == self.user_data['password']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字符串比较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463040"/>
            <a:ext cx="54864" cy="150876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存款业务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783080"/>
            <a:ext cx="3474720" cy="86868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deposit(self, amount):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amount &lt;= 0: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False, '金额必须大于0'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self.user_data['balance'] += amount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self._save_to_disk(self.user_data)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True, f'存款成功，余额: {bal}'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937760" y="26974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金额 &gt; 0 校验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154680"/>
            <a:ext cx="54864" cy="150876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取款业务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474720"/>
            <a:ext cx="3474720" cy="86868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withdraw(self, amount):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amount &lt;= 0: return False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amount % 100 != 0: return False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amount &gt; 5000: return False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amount &gt; self.balance: return False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self.balance -= amount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self._save_to_disk()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True, '取款成功'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40080" y="43891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项规则依次判断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315468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154680"/>
            <a:ext cx="54864" cy="150876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修改密码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3474720"/>
            <a:ext cx="3474720" cy="86868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change_password(self, old, new, cf):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old != self.password: return False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new != cf: return False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len(new) &lt; 6: return False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len(set(new)) == 1: return False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self.password = new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self._save_to_disk()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True, '密码修改成功'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937760" y="43891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项安全检查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657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代码实现 — 控制层源码解析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controllers.py — 请求处理流程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828800" cy="4572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0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handle_deposit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77440" y="1463040"/>
            <a:ext cx="62179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4630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收到金额字符串 → float 解析 → model.deposit → 成功切菜单 / 失败弹窗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1993392"/>
            <a:ext cx="1828800" cy="4572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9933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0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handle_withdraw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77440" y="1993392"/>
            <a:ext cx="62179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0320" y="199339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收到金额字符串 → int 解析 → model.withdraw → 成功切菜单 / 失败弹窗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523744"/>
            <a:ext cx="1828800" cy="4572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52374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0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handle_change_pwd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77440" y="2523744"/>
            <a:ext cx="62179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560320" y="2523744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收到 old/new/confirm → 格式预检 → model.change_password → 成功返回登录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054096"/>
            <a:ext cx="1828800" cy="4572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0540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0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377440" y="3054096"/>
            <a:ext cx="62179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60320" y="305409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字符串比对 → model.check_login → 成功显示菜单 / 失败提示错误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584448"/>
            <a:ext cx="1828800" cy="4572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5844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0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show_balance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377440" y="3584448"/>
            <a:ext cx="62179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560320" y="358444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调用 model.get_balance → 格式化 ¥xxx.xx → 显示余额界面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114800"/>
            <a:ext cx="1828800" cy="4572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114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0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logout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377440" y="4114800"/>
            <a:ext cx="62179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560320" y="41148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清空输入框 → 重设数据 → switch_frame(LoginFrame)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657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测试策略与环境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18288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测试环境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6002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操作系统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1600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22.04 / Windows 11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892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版本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18928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3.10+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1854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浏览器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21854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120+ / Edge 120+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4780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硬件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24780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x86_64 架构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09728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测试策略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83480" y="1600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功能测试：每个业务功能独立测试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18928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边界测试：覆盖所有业务规则的边界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21854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异常测试：非法输入、空值、负数等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2478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回归测试：Bug 修复后重新验证全用例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3200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测试用例统计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1828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3703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5720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测试用例总数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651760" y="3657600"/>
            <a:ext cx="1828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651760" y="3703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265176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657600"/>
            <a:ext cx="1828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3703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484632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失败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040880" y="3657600"/>
            <a:ext cx="1828800" cy="82296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040880" y="3703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704088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通过率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657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测试用例与结果</a:t>
            </a:r>
            <a:endParaRPr lang="en-US" sz="2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188720"/>
                <a:gridCol w="1828800"/>
                <a:gridCol w="2286000"/>
                <a:gridCol w="4572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编号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测试用例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输入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预期结果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结果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正确登录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123456/123456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进入主菜单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错误密码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123456/000000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提示错误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合法取款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扣减余额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非100倍数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提示错误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超5000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提示上限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余额不足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余额100取200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提示拒绝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合法存款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增加余额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负数存款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提示错误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正常改密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旧/新/确认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修改成功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旧密码错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旧密码错误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提示错误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全相同字符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111111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提示拒绝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389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 17 个测试用例通过，通过率 100%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657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Bug 修复记录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1005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43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BUG01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取款输入浮点数未处理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188720"/>
            <a:ext cx="548640" cy="2011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1887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严重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77240" y="14447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问题：用户输入 100.5 时程序崩溃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16916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修复：增加 int(float()) 转换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286000"/>
            <a:ext cx="54864" cy="100584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3317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BUG02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5448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修改密码后未清空输入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0" y="2377440"/>
            <a:ext cx="548640" cy="201168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23774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中等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77240" y="263347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问题：返回登录时输入框残留旧数据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28803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修复：返回前清空所有表单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47472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474720"/>
            <a:ext cx="54864" cy="100584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520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BUG03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5448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版首次运行密码错误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0" y="3566160"/>
            <a:ext cx="548640" cy="201168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3566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中等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77240" y="38221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问题：localStorage 空数据时未初始化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" y="4069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修复：loadData 增加默认值回退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572000"/>
            <a:ext cx="9144000" cy="5486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 Bug 已修复并经过回归测试验证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657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运行指南 — Python 桌面版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34747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🐍  Python 环境要求与运行步骤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1783080"/>
            <a:ext cx="502920" cy="36576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830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417320" y="1783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环境准备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06040" y="17830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确保安装 Python 3.6+，Linux 需安装 python3-tk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" y="2240280"/>
            <a:ext cx="502920" cy="36576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2402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417320" y="2240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创建虚拟环境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06040" y="22402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python3 -m venv venv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40" y="2697480"/>
            <a:ext cx="502920" cy="36576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697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417320" y="2697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激活虚拟环境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06040" y="26974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venv/bin/activate（Linux/Mac）或 venv\Scripts\activate（Windows）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" y="3154680"/>
            <a:ext cx="502920" cy="36576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1546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417320" y="3154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启动程序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06040" y="31546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python3 main.py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7240" y="3611880"/>
            <a:ext cx="502920" cy="36576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6118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417320" y="3611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使用界面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06040" y="36118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自动弹出 450×400 的 Tkinter 窗口，默认已填入账号密码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77240" y="4069080"/>
            <a:ext cx="502920" cy="36576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40690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417320" y="4069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退出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06040" y="40690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点击主菜单「退出登录」或直接关闭窗口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7724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注意事项：由于使用 Tkinter，需要桌面环境（Windows/macOS/Linux Desktop）支持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657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运行指南 — Web 前端版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2743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🌐  方法一：直接打开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在文件管理器中双击 index.html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即可在默认浏览器中打开使用。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无需任何服务端环境，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离线也可正常运行。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840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54864" cy="27432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🌐  方法二：HTTP 服务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691640"/>
            <a:ext cx="3474720" cy="13716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lIns="1524" tIns="1524" rIns="1524" bIns="1524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在项目目录下运行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python3 -m http.server 8000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浏览器访问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http://localhost:8000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114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浏览器兼容性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434840"/>
            <a:ext cx="1554480" cy="36576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434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90+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94560" y="4434840"/>
            <a:ext cx="1554480" cy="36576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6" name="Text 14"/>
          <p:cNvSpPr/>
          <p:nvPr/>
        </p:nvSpPr>
        <p:spPr>
          <a:xfrm>
            <a:off x="2194560" y="4434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90+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31920" y="4434840"/>
            <a:ext cx="1554480" cy="36576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8" name="Text 16"/>
          <p:cNvSpPr/>
          <p:nvPr/>
        </p:nvSpPr>
        <p:spPr>
          <a:xfrm>
            <a:off x="3931920" y="4434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Firefox 90+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0" y="4434840"/>
            <a:ext cx="1554480" cy="36576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0" y="4434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 14+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06640" y="4434840"/>
            <a:ext cx="1554480" cy="36576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22" name="Text 20"/>
          <p:cNvSpPr/>
          <p:nvPr/>
        </p:nvSpPr>
        <p:spPr>
          <a:xfrm>
            <a:off x="7406640" y="4434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76+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657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项目文件结构与分工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项目文件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03120" y="1371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22行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83464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程序入口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64208"/>
            <a:ext cx="4572000" cy="365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91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03120" y="16916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95行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3464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模型层（数据+业务）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1984248"/>
            <a:ext cx="4572000" cy="365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011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views.py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03120" y="2011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113行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3464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视图层（Tkinter）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304288"/>
            <a:ext cx="4572000" cy="365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controllers.py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03120" y="23317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82行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83464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控制层（逻辑调度）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624328"/>
            <a:ext cx="4572000" cy="365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data.json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03120" y="26517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6行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83464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数据持久化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2944368"/>
            <a:ext cx="4572000" cy="365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971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03120" y="2971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~770行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83464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前端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264408"/>
            <a:ext cx="4572000" cy="365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291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make-ppt.js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03120" y="32918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脚本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83464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自动生成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0" y="1051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小组分工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486400" y="1371600"/>
            <a:ext cx="731520" cy="32004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0" y="13716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组长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5508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架构设计、Model + Controller 开发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0" y="1755648"/>
            <a:ext cx="731520" cy="3200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0" y="175564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组员 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55080" y="1755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视图层开发与 UI 设计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86400" y="2139696"/>
            <a:ext cx="731520" cy="3200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0" y="2139696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组员 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55080" y="21396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前端改造、PPT 制作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486400" y="2523744"/>
            <a:ext cx="731520" cy="3200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0" y="252374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组员 3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55080" y="25237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需求分析、用例模型、测试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486400" y="2907792"/>
            <a:ext cx="731520" cy="3200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0" y="290779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组员 4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355080" y="29077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数据持久化、文档排版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4864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技术特点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4864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零第三方依赖  |  MVC 全解耦  |  双端运行  |  Web 暗色设计  |  完整测试覆盖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D4A574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D4A574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29768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A574"/>
                </a:solidFill>
              </a:rPr>
              <a:t>✦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感谢聆听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840480" y="2651760"/>
            <a:ext cx="1463040" cy="18288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柜员机模拟程序 · 软件工程期末项目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设计模式  |  Python 3 + Tkinter  |  Web 前端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课程教师：陈姝  |  湘潭大学 · 计算机·网络空间安全学院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ATM柜员机模拟程序</dc:title>
  <dc:subject>PptxGenJS Presentation</dc:subject>
  <dc:creator>软件工程课程项目</dc:creator>
  <cp:lastModifiedBy>软件工程课程项目</cp:lastModifiedBy>
  <cp:revision>1</cp:revision>
  <dcterms:created xsi:type="dcterms:W3CDTF">2026-06-01T06:15:18Z</dcterms:created>
  <dcterms:modified xsi:type="dcterms:W3CDTF">2026-06-01T06:15:18Z</dcterms:modified>
</cp:coreProperties>
</file>